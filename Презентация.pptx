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6" r:id="rId7"/>
    <p:sldId id="277" r:id="rId8"/>
    <p:sldId id="268" r:id="rId9"/>
    <p:sldId id="278" r:id="rId10"/>
    <p:sldId id="279" r:id="rId11"/>
    <p:sldId id="280" r:id="rId12"/>
    <p:sldId id="281" r:id="rId13"/>
    <p:sldId id="275" r:id="rId14"/>
    <p:sldId id="285" r:id="rId15"/>
    <p:sldId id="290" r:id="rId16"/>
    <p:sldId id="292" r:id="rId1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30" autoAdjust="0"/>
    <p:restoredTop sz="94702" autoAdjust="0"/>
  </p:normalViewPr>
  <p:slideViewPr>
    <p:cSldViewPr snapToGrid="0">
      <p:cViewPr varScale="1">
        <p:scale>
          <a:sx n="113" d="100"/>
          <a:sy n="113" d="100"/>
        </p:scale>
        <p:origin x="648" y="12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C7FD4A-26BC-46A3-8F29-984D8DE65268}" type="datetimeFigureOut">
              <a:rPr lang="ru-RU" smtClean="0"/>
              <a:t>18.02.2025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CFD146-13CC-4DB4-9B98-86A1D722F53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54131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>
          <a:xfrm>
            <a:off x="9448800" y="6380256"/>
            <a:ext cx="2743200" cy="365125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A53F58E9-EADF-4A2B-A25A-E30461B67977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39394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639047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0447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5748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36909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309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8218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9081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1397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8048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ru-RU"/>
              <a:t>1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444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3F58E9-EADF-4A2B-A25A-E30461B6797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1458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0" y="2375807"/>
            <a:ext cx="11899231" cy="1657350"/>
          </a:xfrm>
        </p:spPr>
        <p:txBody>
          <a:bodyPr>
            <a:normAutofit/>
          </a:bodyPr>
          <a:lstStyle/>
          <a:p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работы:</a:t>
            </a: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веб-приложения калькулятор для сбора компьютера»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05424" y="166437"/>
            <a:ext cx="9288379" cy="789489"/>
          </a:xfrm>
        </p:spPr>
        <p:txBody>
          <a:bodyPr>
            <a:no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Национальный исследовательский университет «МЭИ»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Инженерно-экономический институт</a:t>
            </a:r>
          </a:p>
        </p:txBody>
      </p:sp>
      <p:sp>
        <p:nvSpPr>
          <p:cNvPr id="8" name="Подзаголовок 2"/>
          <p:cNvSpPr txBox="1">
            <a:spLocks/>
          </p:cNvSpPr>
          <p:nvPr/>
        </p:nvSpPr>
        <p:spPr>
          <a:xfrm>
            <a:off x="114301" y="5040717"/>
            <a:ext cx="7086599" cy="1630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Краюшкин Владимир Валентинович</a:t>
            </a: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ИДзс-25-21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Германов Алексей Сергеевич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2"/>
          <p:cNvSpPr txBox="1">
            <a:spLocks/>
          </p:cNvSpPr>
          <p:nvPr/>
        </p:nvSpPr>
        <p:spPr>
          <a:xfrm>
            <a:off x="4876465" y="6286500"/>
            <a:ext cx="2146299" cy="427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>
          <a:xfrm>
            <a:off x="9334165" y="6356350"/>
            <a:ext cx="2743200" cy="365125"/>
          </a:xfrm>
        </p:spPr>
        <p:txBody>
          <a:bodyPr/>
          <a:lstStyle/>
          <a:p>
            <a:fld id="{35AD5C8C-9DDA-4014-88DD-32FC89FB41E8}" type="slidenum">
              <a:rPr lang="ru-RU" sz="32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71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878775"/>
            <a:ext cx="11788239" cy="5890160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– упростить процесс выбора комплектующих для персональных компьютеров, учитывая предпочтения пользователей и требования к системе.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Основными задачами были выделены: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Разработка интуитивно понятного и функционального веб-приложения "Калькулятор для сбора компьютера", которое позволит пользователям подбирать оптимальные конфигурации ПК.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Создание удобного пользовательского интерфейса, упрощающего процесс выбора комплектующих.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подбора компонентов с учетом заданных параметров: бюджета, производителя, технических характеристик и совместимости.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6378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Основной задачей выпускной квалификационной работы является разработка веб-приложения "Калькулятор для сбора компьютера", предназначенного для упрощения процесса подбора конфигураций ПК.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системе: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Автоматизация подбора конфигурации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Удобство взаимодействия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аналитической информации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Масштабируемость и гибкость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366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Существующие решения на рынке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4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A81592B-724B-43EF-A6EE-20C398D35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835" y="979863"/>
            <a:ext cx="11438965" cy="5510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31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Инструменты разработки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pic>
        <p:nvPicPr>
          <p:cNvPr id="2054" name="Picture 6" descr="Hello World in React.js - Custom Software, Infinite Possibilities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3705" y="1453754"/>
            <a:ext cx="3277588" cy="1816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5</a:t>
            </a:fld>
            <a:endParaRPr lang="ru-RU"/>
          </a:p>
        </p:txBody>
      </p:sp>
      <p:pic>
        <p:nvPicPr>
          <p:cNvPr id="1034" name="Picture 10" descr="Getting Started with TailwindCSS - DEV Community">
            <a:extLst>
              <a:ext uri="{FF2B5EF4-FFF2-40B4-BE49-F238E27FC236}">
                <a16:creationId xmlns:a16="http://schemas.microsoft.com/office/drawing/2014/main" id="{F6C0B270-F01C-4E63-B955-0CBBA77D0F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1386" y="3382489"/>
            <a:ext cx="27432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NextJS&quot; Icon - Download for free – Iconduck">
            <a:extLst>
              <a:ext uri="{FF2B5EF4-FFF2-40B4-BE49-F238E27FC236}">
                <a16:creationId xmlns:a16="http://schemas.microsoft.com/office/drawing/2014/main" id="{7DB4C2F0-8B12-4721-A904-D68579777A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8134" y="1602969"/>
            <a:ext cx="2252481" cy="22524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 descr="MongoDB - что это за СУБД, NoSQL-система на C++">
            <a:extLst>
              <a:ext uri="{FF2B5EF4-FFF2-40B4-BE49-F238E27FC236}">
                <a16:creationId xmlns:a16="http://schemas.microsoft.com/office/drawing/2014/main" id="{5D8ED7C1-C840-4FA0-B9B8-FF9F4D09FC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71256" y="4709916"/>
            <a:ext cx="3567953" cy="9626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 descr="GitHub - pmndrs/zustand: 🐻 Bear necessities for state management in React">
            <a:extLst>
              <a:ext uri="{FF2B5EF4-FFF2-40B4-BE49-F238E27FC236}">
                <a16:creationId xmlns:a16="http://schemas.microsoft.com/office/drawing/2014/main" id="{7F90261F-CD1D-4517-BF5F-61D9241CEF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0034" y="1103574"/>
            <a:ext cx="4124821" cy="24078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60" name="Picture 36">
            <a:extLst>
              <a:ext uri="{FF2B5EF4-FFF2-40B4-BE49-F238E27FC236}">
                <a16:creationId xmlns:a16="http://schemas.microsoft.com/office/drawing/2014/main" id="{95006322-A91C-4D1A-ADB5-EB9B4B7DD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414" y="3559499"/>
            <a:ext cx="2469776" cy="246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07214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6088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/>
          </a:bodyPr>
          <a:lstStyle/>
          <a:p>
            <a:pPr algn="l"/>
            <a:r>
              <a:rPr lang="ru-RU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Загрузка данных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6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F9D435E-E41E-8151-C2DB-73CB1CA225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4267" y="798495"/>
            <a:ext cx="7902222" cy="5581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80255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6088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Тестирование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7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E39ABDA-7AD3-4597-BAD7-67BA257B8A3C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462844" y="3296356"/>
            <a:ext cx="11274852" cy="2785103"/>
          </a:xfrm>
          <a:prstGeom prst="rect">
            <a:avLst/>
          </a:prstGeom>
        </p:spPr>
      </p:pic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0D904134-FE0F-494F-81C8-9B9693A5ED0B}"/>
              </a:ext>
            </a:extLst>
          </p:cNvPr>
          <p:cNvSpPr txBox="1">
            <a:spLocks/>
          </p:cNvSpPr>
          <p:nvPr/>
        </p:nvSpPr>
        <p:spPr>
          <a:xfrm>
            <a:off x="358237" y="1224994"/>
            <a:ext cx="11788239" cy="556571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LCP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измеряет время, за которое на экране появится наиболее видимый элемент.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11777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Интерфейс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8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E4FBAA-53BD-442D-9E54-9C1B3B510D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776" y="1541929"/>
            <a:ext cx="11241742" cy="4088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6683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Процессор 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9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9950A9C-0CC3-428E-BDFF-ED0BD50F7F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235" y="965519"/>
            <a:ext cx="11277600" cy="532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998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316088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Материнская плата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10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385BD2FF-290F-4456-9635-1F75303E1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23" y="965519"/>
            <a:ext cx="11013142" cy="530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263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Видеокарта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11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C26818A-5772-4619-8F1D-AE13BBF39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212" y="823738"/>
            <a:ext cx="11080375" cy="556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503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Подробная информация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/>
          <a:lstStyle/>
          <a:p>
            <a:pPr algn="l"/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12</a:t>
            </a:fld>
            <a:endParaRPr lang="ru-RU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A0918F56-0561-4812-B2E9-C88733D5D4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3761" y="1072593"/>
            <a:ext cx="5644477" cy="5426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06468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Фильтрация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13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F70FF386-5879-7218-669C-190183AE89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62" y="979863"/>
            <a:ext cx="11562805" cy="5288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4712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Развитие веб-приложения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1072594"/>
            <a:ext cx="11788239" cy="5565712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Дальнейшее масштабирование веб-приложения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с магазинами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сохранение и экспорт сборок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визуализация сборки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интеграция тестов бенчмарков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аналитика и статистика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224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-1"/>
            <a:ext cx="12192000" cy="685723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05838" y="196089"/>
            <a:ext cx="11788239" cy="587684"/>
          </a:xfrm>
        </p:spPr>
        <p:txBody>
          <a:bodyPr>
            <a:normAutofit fontScale="90000"/>
          </a:bodyPr>
          <a:lstStyle/>
          <a:p>
            <a:pPr algn="l"/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205837" y="783773"/>
            <a:ext cx="11788239" cy="5854533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b="0" i="0" u="none" strike="noStrike" dirty="0">
                <a:solidFill>
                  <a:srgbClr val="000000"/>
                </a:solidFill>
                <a:effectLst/>
              </a:rPr>
              <a:t>	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было разработано веб-приложение для подбора комплектующих компьютера, который позволяет пользователям быстро и удобно находить оптимальные конфигурации с учетом совместимости, стоимости и производительности.</a:t>
            </a:r>
          </a:p>
          <a:p>
            <a:pPr algn="l">
              <a:lnSpc>
                <a:spcPct val="150000"/>
              </a:lnSpc>
              <a:spcBef>
                <a:spcPts val="0"/>
              </a:spcBef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результате реализации проекта: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разработан удобный и интуитивно понятный интерфейс;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реализованы фильтрация и сортировка комплектующих;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обеспечена работа с базой данных и управление состоянием через современный стек технологий;</a:t>
            </a: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проведено тестирование, подтверждающее корректность работы системы.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53F58E9-EADF-4A2B-A25A-E30461B67977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0001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B82BDF-6699-400C-01F4-BA5254FD7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69F731FA-05D8-BCF3-29F5-422CE974332D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EF9196-C8AB-7899-2995-2992C7256F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375807"/>
            <a:ext cx="11899231" cy="1657350"/>
          </a:xfrm>
        </p:spPr>
        <p:txBody>
          <a:bodyPr>
            <a:normAutofit/>
          </a:bodyPr>
          <a:lstStyle/>
          <a:p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Тема выпускной квалификационной работы:</a:t>
            </a:r>
            <a:br>
              <a:rPr lang="ru-RU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веб-приложения калькулятор для сбора компьютера»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A6220834-1DA2-08F6-008B-A258D9C04B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05424" y="166437"/>
            <a:ext cx="9288379" cy="789489"/>
          </a:xfrm>
        </p:spPr>
        <p:txBody>
          <a:bodyPr>
            <a:noAutofit/>
          </a:bodyPr>
          <a:lstStyle/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Национальный исследовательский университет «МЭИ» 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Инженерно-экономический институт</a:t>
            </a:r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6D4B6F60-3650-41A7-8695-E9E76A0E2BA5}"/>
              </a:ext>
            </a:extLst>
          </p:cNvPr>
          <p:cNvSpPr txBox="1">
            <a:spLocks/>
          </p:cNvSpPr>
          <p:nvPr/>
        </p:nvSpPr>
        <p:spPr>
          <a:xfrm>
            <a:off x="114301" y="5040717"/>
            <a:ext cx="7086599" cy="16304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Краюшкин Владимир Валентинович</a:t>
            </a:r>
          </a:p>
          <a:p>
            <a:pPr algn="l"/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группы ИДзс-25-21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Германов Алексей Сергеевич</a:t>
            </a:r>
            <a:b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ru-RU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одзаголовок 2">
            <a:extLst>
              <a:ext uri="{FF2B5EF4-FFF2-40B4-BE49-F238E27FC236}">
                <a16:creationId xmlns:a16="http://schemas.microsoft.com/office/drawing/2014/main" id="{526FE0D2-D714-B42E-5DFD-83E3FAFCCABD}"/>
              </a:ext>
            </a:extLst>
          </p:cNvPr>
          <p:cNvSpPr txBox="1">
            <a:spLocks/>
          </p:cNvSpPr>
          <p:nvPr/>
        </p:nvSpPr>
        <p:spPr>
          <a:xfrm>
            <a:off x="4876465" y="6286500"/>
            <a:ext cx="2146299" cy="4278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Москва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FE19995-878F-67C0-151F-5FA282C429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9334165" y="6356350"/>
            <a:ext cx="2743200" cy="365125"/>
          </a:xfrm>
        </p:spPr>
        <p:txBody>
          <a:bodyPr/>
          <a:lstStyle/>
          <a:p>
            <a:fld id="{35AD5C8C-9DDA-4014-88DD-32FC89FB41E8}" type="slidenum">
              <a:rPr lang="ru-RU" sz="32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ru-RU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04144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625</TotalTime>
  <Words>338</Words>
  <Application>Microsoft Macintosh PowerPoint</Application>
  <PresentationFormat>Широкоэкранный</PresentationFormat>
  <Paragraphs>66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Тема Office</vt:lpstr>
      <vt:lpstr>Тема выпускной квалификационной работы: «Разработка веб-приложения калькулятор для сбора компьютера»</vt:lpstr>
      <vt:lpstr>Цель и задачи</vt:lpstr>
      <vt:lpstr>Постановка задачи</vt:lpstr>
      <vt:lpstr>Существующие решения на рынке</vt:lpstr>
      <vt:lpstr>Инструменты разработки</vt:lpstr>
      <vt:lpstr>Загрузка данных</vt:lpstr>
      <vt:lpstr>Тестирование</vt:lpstr>
      <vt:lpstr>Интерфейс</vt:lpstr>
      <vt:lpstr>Процессор </vt:lpstr>
      <vt:lpstr>Материнская плата</vt:lpstr>
      <vt:lpstr>Видеокарта</vt:lpstr>
      <vt:lpstr>Подробная информация</vt:lpstr>
      <vt:lpstr>Фильтрация</vt:lpstr>
      <vt:lpstr>Развитие веб-приложения</vt:lpstr>
      <vt:lpstr>Заключение</vt:lpstr>
      <vt:lpstr>Тема выпускной квалификационной работы: «Разработка веб-приложения калькулятор для сбора компьютера»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/>
  <cp:lastModifiedBy>Алексей Германов</cp:lastModifiedBy>
  <cp:revision>106</cp:revision>
  <dcterms:created xsi:type="dcterms:W3CDTF">2025-01-16T16:02:39Z</dcterms:created>
  <dcterms:modified xsi:type="dcterms:W3CDTF">2025-02-18T10:57:32Z</dcterms:modified>
</cp:coreProperties>
</file>